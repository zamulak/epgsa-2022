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  <Relationship Id="rId1" Type="http://schemas.openxmlformats.org/officeDocument/2006/relationships/extended-properties" Target="docProps/app.xml"/>  <Relationship Id="rId2" Type="http://schemas.openxmlformats.org/package/2006/relationships/metadata/core-properties" Target="docProps/core.xml"/>  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7"/>
  </p:notesMaster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119" d="100"/>
          <a:sy n="119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  <Relationship Id="rId1" Target="slideMasters/slideMaster1.xml" Type="http://schemas.openxmlformats.org/officeDocument/2006/relationships/slideMaster"/>  <Relationship Id="rId2" Target="slides/slide1.xml" Type="http://schemas.openxmlformats.org/officeDocument/2006/relationships/slide"/>  <Relationship Id="rId3" Type="http://schemas.openxmlformats.org/officeDocument/2006/relationships/presProps" Target="presProps.xml"/>  <Relationship Id="rId4" Type="http://schemas.openxmlformats.org/officeDocument/2006/relationships/viewProps" Target="viewProps.xml"/>  <Relationship Id="rId5" Type="http://schemas.openxmlformats.org/officeDocument/2006/relationships/theme" Target="theme/theme1.xml"/>  <Relationship Id="rId6" Type="http://schemas.openxmlformats.org/officeDocument/2006/relationships/tableStyles" Target="tableStyles.xml"/>  <Relationship Id="rId7" Type="http://schemas.openxmlformats.org/officeDocument/2006/relationships/notesMaster" Target="notesMasters/notesMaster1.xml"/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 smtClean="0"/>
              <a:t>6/20/18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arget="../media/image1.jpe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.xml" Type="http://schemas.openxmlformats.org/officeDocument/2006/relationships/notesSlid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753600" cy="130111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</PresentationFormat>
  <Paragraphs>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2022-06-17T21:57:03.509Z</dcterms:created>
  <dcterms:modified xsi:type="dcterms:W3CDTF">2022-06-17T21:57:03.509Z</dcterms:modified>
</cp:coreProperties>
</file>